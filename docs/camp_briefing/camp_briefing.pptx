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皆さん、こんばんは。kurosukeです。今日はお集まりいただきありがとうございます。</a:t>
            </a:r>
          </a:p>
          <a:p/>
          <a:p>
            <a:r>
              <a:t>9月からDiscordの【速報】や【今朝のシグナル】で、Botが毎日いろいろな情報を流しています。「たくさん流れてくるけど、どこを見ればいいの？」「AIのキャラクターたちは何を言っているの？」という声をいただいたので、今日は30分で、その見方と付き合い方をお話しします。</a:t>
            </a:r>
          </a:p>
          <a:p/>
          <a:p>
            <a:r>
              <a:t>途中で質問があれば、チャットに書いておいてください。最後にまとめてお答えします。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今日のゴールは4つです。</a:t>
            </a:r>
          </a:p>
          <a:p/>
          <a:p>
            <a:r>
              <a:t>1つ目、Botが何のために流れているのかを知っていただくこと。</a:t>
            </a:r>
          </a:p>
          <a:p>
            <a:r>
              <a:t>2つ目、【速報】【今朝のシグナル】【tips】、それぞれの読み方。</a:t>
            </a:r>
          </a:p>
          <a:p>
            <a:r>
              <a:t>3つ目、シグナルの後に出てくるAIチーム、颯・環・凪・朔の4人のコメントの読み方。</a:t>
            </a:r>
          </a:p>
          <a:p>
            <a:r>
              <a:t>そして4つ目が一番大事で、シグナルとの「ちょうどいい距離感」です。</a:t>
            </a:r>
          </a:p>
          <a:p/>
          <a:p>
            <a:r>
              <a:t>流れとしては、まずキャンプとBotの位置づけ、次にチャンネルと1日の流れ、実際の投稿の読み方、候補がどう選ばれているかと答え合わせ、注意点、最後にQ&amp;Aです。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まずは第1部、キャンプとBotの位置づけです。ここが今日一番大事な前提なので、最初にお話しします。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最初に、一番大事な前提をお話しします。</a:t>
            </a:r>
          </a:p>
          <a:p/>
          <a:p>
            <a:r>
              <a:t>このキャンプは、FIREを目指す方が資産1,000万、3,000万の投資家になるための継続講座です。中心は、コミュニティ、毎月の月報へのフィードバック、月2回のテキスト相談、そしてこういったセミナーです。プランの確認チャンネルにも書いている通り、個別株の売買サポートは行っていません。</a:t>
            </a:r>
          </a:p>
          <a:p/>
          <a:p>
            <a:r>
              <a:t>その中でBotは「アンテナ」です。世の中で今何が起きているか、為替や金融のニュースを、取得しだいお届けします。</a:t>
            </a:r>
          </a:p>
          <a:p>
            <a:r>
              <a:t>【今朝のシグナル】は、割安感のある銘柄を機械的にピックアップしたものです。ルールチャンネルにも書きましたが、「これで売買しましょう」という意図ではありません。資産形成の中のエンタメ、勉強の材料として見てください。もし実際に買う場合は、自己責任でお願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Botが毎日どんなことをしているかを、もう少し具体的にお話しします。</a:t>
            </a:r>
          </a:p>
          <a:p/>
          <a:p>
            <a:r>
              <a:t>毎晩、東証の約3,700銘柄のデータを3〜4時間かけて集めて、すべてに点数を付けています。</a:t>
            </a:r>
          </a:p>
          <a:p>
            <a:r>
              <a:t>毎朝、その上位7銘柄を候補一覧として出し、AIチームがコメントを付けます。</a:t>
            </a:r>
          </a:p>
          <a:p>
            <a:r>
              <a:t>取引時間中は15分おきに、日経平均、為替、恐怖指数と呼ばれるVIX、日銀やFRB、金融庁の発表をチェックして、大きな動きや重要な発表があったときだけ速報します。</a:t>
            </a:r>
          </a:p>
          <a:p>
            <a:r>
              <a:t>そして毎日、候補を仮想で売買して、ちゃんと機能しているか答え合わせをしています。</a:t>
            </a:r>
          </a:p>
          <a:p/>
          <a:p>
            <a:r>
              <a:t>人が毎日やろうとすると数時間かかる作業を、Botが24時間代わりにやってくれている、というイメージです。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第2部は、チャンネルと1日の流れです。いつ、どこに、何が届くのかを整理します。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Discordのチャンネルをあらためてご案内します。</a:t>
            </a:r>
          </a:p>
          <a:p/>
          <a:p>
            <a:r>
              <a:t>アナウンスの「ルール」と「プランの確認」は最初に一度読んでください。「毎月の月末報告」は、月末になるとリマインダーが届くので、フォームを提出してください。</a:t>
            </a:r>
          </a:p>
          <a:p/>
          <a:p>
            <a:r>
              <a:t>Botが流れてくるのは「通知があれば✅」のカテゴリの3つです。</a:t>
            </a:r>
          </a:p>
          <a:p>
            <a:r>
              <a:t>一番のおすすめは【速報】です。相場の天気予報のようなもので、朝のまとめだけ読めば十分です。</a:t>
            </a:r>
          </a:p>
          <a:p>
            <a:r>
              <a:t>【今朝のシグナル】は割安な候補とAIチームのコメント。</a:t>
            </a:r>
          </a:p>
          <a:p>
            <a:r>
              <a:t>【月次（週間）tips】は週末にまとめて読むのがおすすめです。</a:t>
            </a:r>
          </a:p>
          <a:p/>
          <a:p>
            <a:r>
              <a:t>質問は「ご気軽に」チャンネルへ。こちらはAIではなく私が答えます。メンションを付けていただくと早く気づけます。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通知の設定のおすすめです。Discordのアプリの操作が不安な方は、この通りにやってみてください。</a:t>
            </a:r>
          </a:p>
          <a:p/>
          <a:p>
            <a:r>
              <a:t>まずDiscordのアプリでキャンプのサーバーを開きます。</a:t>
            </a:r>
          </a:p>
          <a:p>
            <a:r>
              <a:t>次に、【速報】のチャンネル名を長押しして、「通知設定」を開きます。「すべてのメッセージ」にすると、速報がスマホに届くようになります。</a:t>
            </a:r>
          </a:p>
          <a:p>
            <a:r>
              <a:t>【今朝のシグナル】も同じように設定します。毎日届くので、多すぎると感じたら「@mentionsのみ」に変えてください。</a:t>
            </a:r>
          </a:p>
          <a:p>
            <a:r>
              <a:t>【月次（週間）tips】は通知をオフにしても大丈夫です。土曜にまとめて読めば十分です。</a:t>
            </a:r>
          </a:p>
          <a:p/>
          <a:p>
            <a:r>
              <a:t>迷ったら、【速報】だけオンにして、ほかは自分のタイミングで読む、というのが一番続けやすいと思います。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Botが届く時間です。</a:t>
            </a:r>
          </a:p>
          <a:p/>
          <a:p>
            <a:r>
              <a:t>平日の朝6時頃、【速報】に今日の予定とアメリカ市場のまとめが届きます。</a:t>
            </a:r>
          </a:p>
          <a:p>
            <a:r>
              <a:t>その後、【今朝のシグナル】に候補一覧とAIチームのコメントが届きます。</a:t>
            </a:r>
          </a:p>
          <a:p>
            <a:r>
              <a:t>取引時間中は、日経平均や為替が急に動いたとき、日銀やFRBの発表があったときだけ速報が鳴ります。動きがない日は静かです。</a:t>
            </a:r>
          </a:p>
          <a:p>
            <a:r>
              <a:t>15時40分以降に、今日の東京市場のまとめ。</a:t>
            </a:r>
          </a:p>
          <a:p>
            <a:r>
              <a:t>土曜の朝には、1週間の振り返りがtipsに届きます。</a:t>
            </a:r>
          </a:p>
          <a:p>
            <a:r>
              <a:t>月末の5日間は、月末報告フォームのリマインドが届きます。</a:t>
            </a:r>
          </a:p>
          <a:p/>
          <a:p>
            <a:r>
              <a:t>仕組みの都合で、時間が数分から、ときには1時間ほどずれることがあります。故障ではないので安心してください。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第3部では、実際の投稿を見ながら読み方を説明します。すべて9月29日に実際に流れたものです。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では実際の投稿を見ていきます。これは今朝、9月29日の【速報】です。</a:t>
            </a:r>
          </a:p>
          <a:p/>
          <a:p>
            <a:r>
              <a:t>上が今日の予定です。今日は「権利落ち日」でした。昨日までに株を持っていた人は配当をもらう権利が確定したので、今日はその分だけ株価が下がって始まりやすい。持っている株が朝下がっていても、多くは配当の分が引かれただけです。ここで慌てて売らない、というのがポイントです。</a:t>
            </a:r>
          </a:p>
          <a:p/>
          <a:p>
            <a:r>
              <a:t>下が昨晩のアメリカ市場です。ダウ、S&amp;P500、ナスダックがそろって下がりました。こういう日は日本株も弱く始まりやすいです。</a:t>
            </a:r>
          </a:p>
          <a:p/>
          <a:p>
            <a:r>
              <a:t>専門用語には💡で一言解説を付けています。毎朝これを読むだけで、金利や原油、金が何を意味するのか、自然と身につくように作っています。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日中の【速報】です。</a:t>
            </a:r>
          </a:p>
          <a:p/>
          <a:p>
            <a:r>
              <a:t>一番上は今朝10時10分の「日経平均 急変動」です。15分ほどの間に大きく動いたときだけ鳴ります。鳴ったら「何かニュースがあったかな」とアンテナを立てるきっかけにしてください。</a:t>
            </a:r>
          </a:p>
          <a:p/>
          <a:p>
            <a:r>
              <a:t>真ん中は大引け後のまとめです。日経平均、日本株全体のTOPIX、新興企業のグロース250。3つ並べると、今日は大型株と新興株のどちらが強かったかが分かります。今日はグロースが一番下がっていますね。</a:t>
            </a:r>
          </a:p>
          <a:p/>
          <a:p>
            <a:r>
              <a:t>下は日銀の発表です。日銀やFRB、金融庁は毎日たくさん発表していますが、投資に関係が深いものだけに絞って、一言解説を付けて流しています。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【速報】で届くおもなものを一覧にしました。</a:t>
            </a:r>
          </a:p>
          <a:p/>
          <a:p>
            <a:r>
              <a:t>毎日決まって届くのは、朝の米国市場サマリーと、夕方の大引けまとめです。今日の予定は、権利日やアメリカの雇用統計、日銀会合など、何か予定がある日だけ届きます。</a:t>
            </a:r>
          </a:p>
          <a:p/>
          <a:p>
            <a:r>
              <a:t>それ以外は「何かあったときだけ」鳴ります。日経平均が15分で0.8%以上動いたとき、為替が急に動いたとき、日銀やFRBが発表したとき、恐怖指数のVIXが25や30を超えたとき、などです。</a:t>
            </a:r>
          </a:p>
          <a:p>
            <a:r>
              <a:t>金融庁のお知らせは、NISAや投資詐欺の注意喚起など、個人投資家に関係が深いものだけに絞っています。</a:t>
            </a:r>
          </a:p>
          <a:p/>
          <a:p>
            <a:r>
              <a:t>逆に言うと、鳴らない日は平穏な日です。通知が静かなのは故障ではありません。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ここから【今朝のシグナル】です。まず「本日の候補一覧」。約3,700銘柄を機械的にふるいにかけて、上位7銘柄を出しています。</a:t>
            </a:r>
          </a:p>
          <a:p/>
          <a:p>
            <a:r>
              <a:t>マークは2つだけ。🎯が注目、点数が75点以上。👀が参考、注目度がやや低めのものです。</a:t>
            </a:r>
          </a:p>
          <a:p/>
          <a:p>
            <a:r>
              <a:t>1枚のカードに5つの項目があります。今日の1番、コスモ・バイオで見てみます。</a:t>
            </a:r>
          </a:p>
          <a:p>
            <a:r>
              <a:t>現在値が1,260円。</a:t>
            </a:r>
          </a:p>
          <a:p>
            <a:r>
              <a:t>割安度は「△ふつう」。これは同じ業種の他の会社と比べた安さです。</a:t>
            </a:r>
          </a:p>
          <a:p>
            <a:r>
              <a:t>損切り目安が1,222円。ここまで下がったら撤退を考える目安で、毎日見直されます。</a:t>
            </a:r>
          </a:p>
          <a:p>
            <a:r>
              <a:t>値動きは「おだやか」。緑ならおだやか、黄色ならやや大きめで、上下に振られやすい銘柄です。</a:t>
            </a:r>
          </a:p>
          <a:p>
            <a:r>
              <a:t>財務は「安定」。会社の体力です。</a:t>
            </a:r>
          </a:p>
          <a:p/>
          <a:p>
            <a:r>
              <a:t>慣れないうちは、値動きと財務が両方とも緑の銘柄から見ていくと、落ち着いて観察できます。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候補カードの5つの項目を、もう少し詳しく見ます。</a:t>
            </a:r>
          </a:p>
          <a:p/>
          <a:p>
            <a:r>
              <a:t>現在値は、前の営業日の終値です。朝9時に取引が始まると値段は動くので、少しずれます。</a:t>
            </a:r>
          </a:p>
          <a:p>
            <a:r>
              <a:t>割安度は、同じ業種の他の会社と比べてどれくらい安いか。業種によって普通の水準が違うので、同じ業種の中で比べています。</a:t>
            </a:r>
          </a:p>
          <a:p>
            <a:r>
              <a:t>損切り目安は、ここまで下がったら撤退を考える価格。毎日見直されて、上がることはあっても下がることはありません。</a:t>
            </a:r>
          </a:p>
          <a:p>
            <a:r>
              <a:t>値動きは、ふだん1日にどれくらい動くか。黄色の「やや大きめ」は、上にも下にも振れやすい銘柄です。</a:t>
            </a:r>
          </a:p>
          <a:p>
            <a:r>
              <a:t>財務は会社の体力です。</a:t>
            </a:r>
          </a:p>
          <a:p/>
          <a:p>
            <a:r>
              <a:t>初めて観察するなら、値動きと財務が両方とも緑の銘柄から始めると、落ち着いて見ていられます。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候補一覧のあとに、AIチームの4人が順番にコメントします。</a:t>
            </a:r>
          </a:p>
          <a:p/>
          <a:p>
            <a:r>
              <a:t>⚡颯は短期トレード担当。値動きの大きさや、急な変動への備えを見ています。</a:t>
            </a:r>
          </a:p>
          <a:p>
            <a:r>
              <a:t>📈環は割安度の分析担当。割安かどうかと、利益が伸びているかを見ています。</a:t>
            </a:r>
          </a:p>
          <a:p>
            <a:r>
              <a:t>🔎凪は企業リサーチ担当。そもそもどんな会社なのか、売上や利益がどうなっているかを説明します。</a:t>
            </a:r>
          </a:p>
          <a:p>
            <a:r>
              <a:t>🛡朔はまとめ・チェック担当で、最後に全体のまとめと注意点を話します。</a:t>
            </a:r>
          </a:p>
          <a:p/>
          <a:p>
            <a:r>
              <a:t>4人とも読むのが理想ですが、忙しい日は最後の朔だけ読めば、その日の全体像がつかめます。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今朝の実際のコメントです。</a:t>
            </a:r>
          </a:p>
          <a:p/>
          <a:p>
            <a:r>
              <a:t>颯は、ハリマ化成グループについて「利益の伸びは急だけど、値動きが大きいので急な変動に備えよう」と言っています。</a:t>
            </a:r>
          </a:p>
          <a:p>
            <a:r>
              <a:t>環は、ラサ商事は「割安で利益も伸びていて魅力的」。一方で東武住販は「割安に見えるけど、売上と利益が前年を下回っているので慎重に」。</a:t>
            </a:r>
          </a:p>
          <a:p>
            <a:r>
              <a:t>凪は、コスモ・バイオがどんな会社かを説明しています。バイオ研究用の試薬や機器の商社です。</a:t>
            </a:r>
          </a:p>
          <a:p>
            <a:r>
              <a:t>最後に朔が「割安さだけに惑わされず、値動きや個別の状況を必ず確認して」とまとめています。</a:t>
            </a:r>
          </a:p>
          <a:p/>
          <a:p>
            <a:r>
              <a:t>ここが面白いところで、同じ候補一覧に載っていても、4人の見方はそれぞれ違います。良い点と気になる点の両方が出てくる。</a:t>
            </a:r>
          </a:p>
          <a:p>
            <a:r>
              <a:t>特に「割安なのに業績が落ちている」銘柄は、安いなりの理由があるかもしれません。こういう多面的な見方そのものが、投資の勉強になると思っています。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AIチームのコメントを読むコツを4つお伝えします。</a:t>
            </a:r>
          </a:p>
          <a:p/>
          <a:p>
            <a:r>
              <a:t>1つ目。まず最後の朔のまとめを読んで、全体をつかみます。</a:t>
            </a:r>
          </a:p>
          <a:p>
            <a:r>
              <a:t>2つ目。気になる銘柄があれば、その名前で他の3人のコメントを探します。颯は値動き、環は割安さ、凪はどんな会社か、という視点です。</a:t>
            </a:r>
          </a:p>
          <a:p>
            <a:r>
              <a:t>3つ目。意見が分かれている銘柄こそ、よく考えてください。点数では上位なのに「慎重に」と言われている銘柄は、安いなりの理由があるかもしれません。</a:t>
            </a:r>
          </a:p>
          <a:p>
            <a:r>
              <a:t>4つ目。AIの言うことも、自分で確かめる習慣をつけてください。お使いの証券会社のアプリや、会社のホームページにあるIR資料で、売上や利益を見てみる。AIも間違えることがあります。自分で確かめる力が、長い目で見て一番の資産にな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土曜の朝に届く【月次（週間）tips】です。</a:t>
            </a:r>
          </a:p>
          <a:p/>
          <a:p>
            <a:r>
              <a:t>1週間の市場のまとめ、経済ニュース、今週あった速報の振り返りが1つにまとまっています。平日に忙しくて見られなかった方も、土曜にこれだけ読めば1週間の流れがつかめます。</a:t>
            </a:r>
          </a:p>
          <a:p/>
          <a:p>
            <a:r>
              <a:t>面白いのは「割高警戒」の割合です。この週は分析した銘柄の約3割が割高と判定されていて、相場全体にやや過熱感がある、と読んでいます。こういう全体の温度感も、アンテナとして役立ててください。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第4部は、候補がどうやって選ばれているのか、そしてBot自身の答え合わせです。</a:t>
            </a:r>
          </a:p>
          <a:p>
            <a:r>
              <a:t>中身を知ると、毎朝の数字の見え方が変わってきます。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候補がどうやって選ばれているかを簡単にご紹介します。</a:t>
            </a:r>
          </a:p>
          <a:p/>
          <a:p>
            <a:r>
              <a:t>毎晩、東証の約3,700銘柄を分析します。</a:t>
            </a:r>
          </a:p>
          <a:p>
            <a:r>
              <a:t>まず割安の条件として、配当利回りが3.5%から5.8%、PER×PBRが22.5以下。配当が高すぎる銘柄は、業績が悪くて株価が下がった結果かもしれないので、あえて外しています。</a:t>
            </a:r>
          </a:p>
          <a:p>
            <a:r>
              <a:t>次に、株価の勢いやローソク足の形、配当、利益の伸びを合わせて100点満点で点数化します。</a:t>
            </a:r>
          </a:p>
          <a:p>
            <a:r>
              <a:t>さらに、同じ業種の中で株価が伸びているかも確認します。</a:t>
            </a:r>
          </a:p>
          <a:p>
            <a:r>
              <a:t>その上位7銘柄が候補一覧です。</a:t>
            </a:r>
          </a:p>
          <a:p/>
          <a:p>
            <a:r>
              <a:t>考え方としては、「割安な会社が、ちょうど上がり始めたタイミング」を探しています。安いだけの会社はずっと安いままかもしれないし、勢いだけの会社は高値づかみになるかもしれない。その両方を満たすものを探す、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よく出てくる用語をまとめました。資料として後で見返していただければ大丈夫なので、ポイントだけお話しします。</a:t>
            </a:r>
          </a:p>
          <a:p/>
          <a:p>
            <a:r>
              <a:t>配当利回りは、株価に対して1年でどれくらい配当がもらえるか。Botは3.5%から5.8%を「健全な割安」と見ています。</a:t>
            </a:r>
          </a:p>
          <a:p>
            <a:r>
              <a:t>PERは利益から見た割安さ、PBRは資産から見た割安さです。Botはこの2つを掛け算して、22.5以下を割安と判定しています。これは昔から使われている考え方です。</a:t>
            </a:r>
          </a:p>
          <a:p>
            <a:r>
              <a:t>EPSは1株あたりの利益です。</a:t>
            </a:r>
          </a:p>
          <a:p>
            <a:r>
              <a:t>RSIは買われすぎ・売られすぎの目安で、70を超えると過熱気味。</a:t>
            </a:r>
          </a:p>
          <a:p>
            <a:r>
              <a:t>ATRは、ふだんの1日の値動きの幅で、損切り目安の計算に使います。</a:t>
            </a:r>
          </a:p>
          <a:p>
            <a:r>
              <a:t>VIXは恐怖指数。権利落ち日は、今朝の速報に出てきた言葉ですね。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候補一覧にある「損切り目安」の考え方です。個別株を持つかどうかに関わらず、資産運用全般に役立つ考え方なので紹介します。</a:t>
            </a:r>
          </a:p>
          <a:p/>
          <a:p>
            <a:r>
              <a:t>目安は「その日の終値から、その銘柄のふだんの値動きの幅の3倍を引いた値」です。値動きの荒い銘柄は広めに、おだやかな銘柄は狭めに、自動で調整されます。</a:t>
            </a:r>
          </a:p>
          <a:p/>
          <a:p>
            <a:r>
              <a:t>ポイントは、この目安は毎日上げるだけで、下げないことです。株価が上がれば目安も一緒に上がっていくので、それまでの利益を守ってくれます。そして終値が目安を割ったら、撤退を考える。これをトレーリングストップといいます。</a:t>
            </a:r>
          </a:p>
          <a:p/>
          <a:p>
            <a:r>
              <a:t>一番大事なのは、買う前に「どこで撤退するか」を決めておくことです。下がってから考えると、「もう少し待てば戻るかも」と判断がぶれてしまいます。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損切り目安がどう動くのか、架空の数字で見てみます。ふだんの値動きの幅、ATRを45円として、その3倍の136円を終値から引いたところが目安です。</a:t>
            </a:r>
          </a:p>
          <a:p/>
          <a:p>
            <a:r>
              <a:t>1日目、2,494円で買ったとします。目安は2,358円。</a:t>
            </a:r>
          </a:p>
          <a:p>
            <a:r>
              <a:t>2日目、2,540円に上がりました。目安も2,404円に上げます。</a:t>
            </a:r>
          </a:p>
          <a:p>
            <a:r>
              <a:t>3日目、2,600円。目安は2,464円。</a:t>
            </a:r>
          </a:p>
          <a:p>
            <a:r>
              <a:t>4日目、2,560円に下がりました。計算すると2,424円ですが、目安は下げないので、2,464円のまま据え置きです。</a:t>
            </a:r>
          </a:p>
          <a:p>
            <a:r>
              <a:t>5日目、2,650円。目安は2,514円に上がります。</a:t>
            </a:r>
          </a:p>
          <a:p>
            <a:r>
              <a:t>6日目、2,500円に下がって、目安の2,514円を割りました。ここで翌朝に撤退を考えます。</a:t>
            </a:r>
          </a:p>
          <a:p/>
          <a:p>
            <a:r>
              <a:t>買値の2,494円より上で撤退できるので、少しですが利益が残ります。上がっている間は持ち続けて、下がり始めたら自動的に降りる。これがこの方法の良いところです。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答え合わせの数字を見る前に、成績の読み方を4つだけ覚えてください。</a:t>
            </a:r>
          </a:p>
          <a:p/>
          <a:p>
            <a:r>
              <a:t>勝率は、勝った取引の割合です。ただ、勝率が高ければ良いとは限りません。</a:t>
            </a:r>
          </a:p>
          <a:p>
            <a:r>
              <a:t>ペイオフレシオは、勝ったときの平均利益が、負けたときの平均損失の何倍か。2.0なら、1回の勝ちで2回分の負けを取り返せます。勝率40%でも、ペイオフが2あれば、トータルではプラスになります。</a:t>
            </a:r>
          </a:p>
          <a:p>
            <a:r>
              <a:t>期待値は、1回あたり平均何%増えたか。</a:t>
            </a:r>
          </a:p>
          <a:p>
            <a:r>
              <a:t>そして一番大事なのが「市場平均との差」です。相場全体が上がっていれば、何を買っても儲かります。ルールが優秀なのか、相場が良かっただけなのかを見分けるために、相場全体と比べています。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では、このシグナルは実際どうなのか。Botは自分で答え合わせをしています。</a:t>
            </a:r>
          </a:p>
          <a:p/>
          <a:p>
            <a:r>
              <a:t>「500万円を元手に、🎯の銘柄をルール通りに売買していたら」という仮想の運用を、9月24日から記録しています。1銘柄に資金の10%、最大8銘柄、損切り目安を割ったら撤退、というルールです。</a:t>
            </a:r>
          </a:p>
          <a:p>
            <a:r>
              <a:t>今は8銘柄を持っていて、プラス0.23%、約1万1千円のプラスです。始まって1週間なので、正直まだ良いとも悪いとも言えません。決済もまだ1件もありません。</a:t>
            </a:r>
          </a:p>
          <a:p/>
          <a:p>
            <a:r>
              <a:t>数字を見るときは、勝率よりも「市場平均と比べてどうか」が大事です。相場全体が上がっていれば、何を買っても儲かるからです。そして、意味のある数字になるには、最低でも数十件の決済が必要です。今は途中経過です。</a:t>
            </a:r>
          </a:p>
          <a:p/>
          <a:p>
            <a:r>
              <a:t>この答え合わせは、良いときも悪いときも、そのままお見せしていきます。都合のいい数字だけ見せることはしません。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最後の第5部は、Botとの付き合い方と注意点です。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では、シグナルとどう付き合えばいいか。3つのステップでおすすめします。</a:t>
            </a:r>
          </a:p>
          <a:p/>
          <a:p>
            <a:r>
              <a:t>ステップ1は、読むだけ。まずは【速報】で相場の空気に慣れてください。金利が上がると何が起きるか、円安になると何が起きるか、毎日見ていると体で分かってきます。</a:t>
            </a:r>
          </a:p>
          <a:p/>
          <a:p>
            <a:r>
              <a:t>ステップ2は、観察する。候補の中から気になる銘柄を1つか2つメモして、実際に買わずに追いかけてみてください。損切り目安がちゃんと上がっていくか、AIチームの見立ては当たったか。これはお金をかけずにできる最高の勉強です。</a:t>
            </a:r>
          </a:p>
          <a:p/>
          <a:p>
            <a:r>
              <a:t>ステップ3は、もし試すなら、です。FIREの土台は、インデックスなどの長期・分散投資です。個別株を試すなら、その土台とは別の、資産全体のごく一部の小さな枠で。そして購入は自己責任です。迷ったら「ご気軽に」チャンネルで相談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最後に注意点です。</a:t>
            </a:r>
          </a:p>
          <a:p/>
          <a:p>
            <a:r>
              <a:t>Botの投稿は、機械的なスクリーニング結果の紹介で、投資助言ではありません。朔のコメントの最後にも書いている通り、私自身がこの通りに売買するとは限りません。</a:t>
            </a:r>
          </a:p>
          <a:p>
            <a:r>
              <a:t>AIのコメントも間違えることがあります。過信はしないでください。</a:t>
            </a:r>
          </a:p>
          <a:p/>
          <a:p>
            <a:r>
              <a:t>「絶対に儲かる」という話は世の中に存在しません。キャンプや私の名前を使って個別にDMで勧誘してくるものがあっても、それは私ではないので反応しないでください。</a:t>
            </a:r>
          </a:p>
          <a:p>
            <a:r>
              <a:t>そして、生活費や借りたお金ではなく、余裕資金で運用してください。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Bot以外の、キャンプのサービスの使い方もあらためてご紹介します。</a:t>
            </a:r>
          </a:p>
          <a:p/>
          <a:p>
            <a:r>
              <a:t>月末報告は、【毎月の月末報告】チャンネルのリンクからフォームを提出してください。所要時間は3分から5分です。月末の5日間は、Botがリマインドしてくれます。</a:t>
            </a:r>
          </a:p>
          <a:p>
            <a:r>
              <a:t>提出していただいた内容をもとに、私からフィードバックをお返しします。できるだけ具体的に書いていただくと、より役立つコメントができます。</a:t>
            </a:r>
          </a:p>
          <a:p>
            <a:r>
              <a:t>テキストでの相談は月2回まで、「ご気軽に」チャンネルへどうぞ。こちらはAIではなく私が答えます。</a:t>
            </a:r>
          </a:p>
          <a:p>
            <a:r>
              <a:t>通話の1on1も別途対応できます。その前にバックグラウンド把握フォームを書いていただくと、当日の面談がより有意義になります。</a:t>
            </a:r>
          </a:p>
          <a:p>
            <a:r>
              <a:t>こうしたセミナーや情報交換会も不定期で開きます。「こんなテーマで話してほしい」というリクエストも歓迎です。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まとめです。明日からやることは5つです。</a:t>
            </a:r>
          </a:p>
          <a:p/>
          <a:p>
            <a:r>
              <a:t>【速報】と【今朝のシグナル】の通知をオンにする。</a:t>
            </a:r>
          </a:p>
          <a:p>
            <a:r>
              <a:t>毎朝、【速報】の朝のまとめと、シグナルの朔のコメントを読む。</a:t>
            </a:r>
          </a:p>
          <a:p>
            <a:r>
              <a:t>気になる候補を1つか2つ、メモして追いかけてみる。</a:t>
            </a:r>
          </a:p>
          <a:p>
            <a:r>
              <a:t>土曜は【月次（週間）tips】で振り返る。</a:t>
            </a:r>
          </a:p>
          <a:p>
            <a:r>
              <a:t>月末は月末報告のフォームを提出する。</a:t>
            </a:r>
          </a:p>
          <a:p/>
          <a:p>
            <a:r>
              <a:t>ご質問やご要望は「ご気軽に」チャンネルに書いてください。「この表示が分かりにくい」という声は、実際にBotの改善に使っています。</a:t>
            </a:r>
          </a:p>
          <a:p/>
          <a:p>
            <a:r>
              <a:t>それでは、ここからQ&amp;Aの時間にします。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Q&amp;Aです。まず、事前によくいただく質問にお答えします。</a:t>
            </a:r>
          </a:p>
          <a:p/>
          <a:p>
            <a:r>
              <a:t>「🎯の銘柄は買ったほうがいいですか？」買うかどうかは、ご自身の判断です。キャンプでは個別株の売買サポートは行っていません。まずは実際に買わずに、1つか2つの銘柄を追いかけて観察するのがおすすめです。</a:t>
            </a:r>
          </a:p>
          <a:p/>
          <a:p>
            <a:r>
              <a:t>「🎯なのに、AIチームが慎重にと言っているのはなぜ？」🎯は点数による機械的な判定で、AIチームは業績や値動きなど別の角度から見ているからです。意見が分かれる銘柄こそ、良い教材です。</a:t>
            </a:r>
          </a:p>
          <a:p/>
          <a:p>
            <a:r>
              <a:t>「NISAで個別株を試してもいいですか？」可能ですが、成長投資枠は売っても同じ年の枠が戻りません。FIREの土台の長期投資はNISA、個別株を試すなら特定口座の小さな枠、と分けるのがおすすめです。</a:t>
            </a:r>
          </a:p>
          <a:p/>
          <a:p>
            <a:r>
              <a:t>「通知が届かない日があります」土日祝など休場日はシグナルは出ません。平日に届かない場合は「ご気軽に」でお知らせください。</a:t>
            </a:r>
          </a:p>
          <a:p/>
          <a:p>
            <a:r>
              <a:t>それでは、チャットでいただいた質問にお答えしていきます。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今日は最後までありがとうございました。</a:t>
            </a:r>
          </a:p>
          <a:p/>
          <a:p>
            <a:r>
              <a:t>Botは、世の中で何が起きているかを知るためのアンテナです。過信せず、でも使い倒して、一緒に資産1,000万、3,000万を目指していきましょう。</a:t>
            </a:r>
          </a:p>
          <a:p>
            <a:r>
              <a:t>今日の資料は後ほどDiscordで共有します。ご質問は「ご気軽に」チャンネルにいつでもどうぞ。お疲れさまでした。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4630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9CA3AF"/>
                </a:solidFill>
                <a:latin typeface="Noto Sans JP"/>
              </a:rPr>
              <a:t>kurosuke式資産運用キャンプ 会員向け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Noto Sans JP"/>
              </a:rPr>
              <a:t>Bot活用説明会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JP"/>
              </a:rPr>
              <a:t>毎日届く【速報】【今朝のシグナル】の見方と付き合い方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Noto Sans JP"/>
              </a:rPr>
              <a:t>講師：kurosuke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今日のゴール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Botが「何のために」流れているかが分かる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【速報】【今朝のシグナル】【tips】の読み方が分かる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AIチーム（颯・環・凪・朔）のコメントの読み方が分かる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シグナルとの「ちょうどいい距離感」が分かる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今日の流れ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1F2937"/>
                </a:solidFill>
                <a:latin typeface="Noto Sans JP"/>
              </a:rPr>
              <a:t>　　① キャンプとBotの位置づけ　② チャンネルと1日の流れ　③ 実際の投稿の読み方</a:t>
            </a:r>
          </a:p>
          <a:p>
            <a:pPr algn="l">
              <a:spcBef>
                <a:spcPts val="400"/>
              </a:spcBef>
            </a:pPr>
            <a:r>
              <a:rPr sz="2000" b="0">
                <a:solidFill>
                  <a:srgbClr val="1F2937"/>
                </a:solidFill>
                <a:latin typeface="Noto Sans JP"/>
              </a:rPr>
              <a:t>　　④ 候補の選ばれ方と答え合わせ　⑤ 注意点　⑥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429000"/>
            <a:ext cx="14630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JP"/>
              </a:rPr>
              <a:t>第1部　キャンプとBotの位置づけ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JP"/>
              </a:rPr>
              <a:t>Botは「アンテナ」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キャンプとBotの位置づけ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4/33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Noto Sans JP"/>
              </a:rPr>
              <a:t>🏕 キャンプの目的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484632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FIREを目指す人の継続講座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資産1,000万・3,000万の投資家になる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柱は コミュニティ・月報のフィードバック・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　テキスト相談（月2回）・セミナー/情報交換会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個別株の売買サポートは行いません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800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Noto Sans JP"/>
              </a:rPr>
              <a:t>📡 Botの役割＝「アンテナ」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84632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世の中で何が起きているかを知る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為替・金融ニュースは取得しだい速報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シグナルは割安な銘柄を機械的にピックアップ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「これで売買しよう」ではない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買う場合は自己責任で（過信しない）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Botが毎日やっていること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5/33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607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頻度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やっていること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規模・中身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毎晩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東証の全銘柄を分析して点数化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約3,700銘柄・約3〜4時間かけて取得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毎朝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割安候補の一覧とAIチームのコメントを投稿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上位7銘柄＋4人のコメント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15分おき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日経平均・為替・VIX・日銀/FRB/金融庁を確認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大きな動き・重要な発表だけ速報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毎日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候補を仮想で売買して答え合わせ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500万円の仮想運用として記録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毎週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1週間のまとめ・経済ニュース・豆知識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土曜の朝に【月次（週間）tips】へ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人が毎日やると数時間かかる作業を、Botが24時間代わりにやっています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429000"/>
            <a:ext cx="14630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JP"/>
              </a:rPr>
              <a:t>第2部　チャンネルと1日の流れ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JP"/>
              </a:rPr>
              <a:t>いつ・どこに・何が届くか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Discordのチャンネル案内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7/33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535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557784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カテゴリ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チャンネル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使い方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アナウンス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# ルール / # プランの確認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最初に一度読む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アナウンス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# 毎月の月末報告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月末にフォームを提出（リマインドが届く）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通知があれば✅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# 【速報】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★★★ 相場の天気予報。朝のまとめだけでもOK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通知があれば✅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# 【今朝のシグナル】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★★☆ 割安候補とAIチームのコメント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通知があれば✅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# 【月次（週間）tips】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★★☆ 週末に1週間をまとめ読み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質問事項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# ご気軽に（テキスト質問）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AIではなく私が回答。メンションで早く気づけます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コミュニケーション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# コミュニケーション / 自己紹介 / 一般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雑談・情報交換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おすすめの通知設定（スマホ）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8/33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STEP1　Discordアプリでサーバーを開く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STEP2　【速報】のチャンネル名を長押し →「通知設定」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「すべてのメッセージ」にすると、速報がスマホに届く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STEP3　【今朝のシグナル】も同じように設定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多すぎると感じたら「@mentionsのみ」に変更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STEP4　【月次（週間）tips】は通知OFFでもOK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土曜にまとめて読めば十分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迷ったら：【速報】だけONにして、ほかは自分のタイミングで読む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Botが届く時間（1日・1週間・1か月）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9/33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607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いつ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チャンネル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届く内容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平日の朝6時頃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【速報】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今日の予定（権利日・雇用統計など）・米国市場サマリー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平日の朝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【今朝のシグナル】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本日の候補一覧（上位7銘柄）＋AIチームのコメント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取引時間中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【速報】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日経平均・為替の急変動、日銀/FRBの発表、VIX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平日15:40以降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【速報】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今日の東京市場まとめ（日経・TOPIX・グロース）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土曜の朝7時頃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【月次（週間）tips】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1週間の市場サマリー・経済ニュース・速報の振り返り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月末の5日間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【毎月の月末報告】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会員提出フォームのリマインド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※ 仕組み上、数分〜1時間ほど遅れることがあります（故障ではありません）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429000"/>
            <a:ext cx="14630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JP"/>
              </a:rPr>
              <a:t>第3部　実際の投稿の読み方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JP"/>
              </a:rPr>
              <a:t>9/29に実際に流れた投稿で解説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実際の投稿①　【速報】朝のまとめ（9/29）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11/33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223760" cy="4800600"/>
          </a:xfrm>
          <a:prstGeom prst="rect">
            <a:avLst/>
          </a:prstGeom>
          <a:solidFill>
            <a:srgbClr val="31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" cy="480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76656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📅 今日の予定（9/29 火）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・📉 今日は「権利落ち日」です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　💡 配当の分ほど株価が下がって始まりやすい日です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 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🌅 米国市場サマリー（前日終値比）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📉 NYダウ -0.67%　📉 S&amp;P500 -0.77%　📉 ナスダック -0.92%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📈 米10年国債利回り 5.24%（+0.06ポイント）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　💡 上がると株、特に成長株には逆風になりやすい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📈 原油（WTI） +0.95%　📉 金（ゴールド） -4.00%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Noto Sans JP"/>
              </a:rPr>
              <a:t>ここを見る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65960"/>
            <a:ext cx="36576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権利落ち日の値下がりは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配当分が引かれただけのことが多い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→ 慌てて売らない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 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米国3指数がそろって下落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→ 日本株も弱く始まりやすい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 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💡 は専門用語の一言解説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実際の投稿②　【速報】日中〜大引け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12/33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223760" cy="4800600"/>
          </a:xfrm>
          <a:prstGeom prst="rect">
            <a:avLst/>
          </a:prstGeom>
          <a:solidFill>
            <a:srgbClr val="31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" cy="4800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76656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📉 日経平均 急変動：65,877.62 → 65,298.95（-0.88%、直近15分程度）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 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🔔 今日の東京市場（大引け）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📉 日経平均 65,878円 -0.73%　💡 日本を代表する225社の平均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📉 TOPIX -0.49%　💡 日本株全体の動き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📉 グロース250 -1.45%　💡 新興・成長企業の動き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 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📜 日銀発表：金融政策決定会合議事要旨（7月30、31日開催分）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💡 日本の金利の方針を決める会議に関する発表です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Noto Sans JP"/>
              </a:rPr>
              <a:t>ここを見る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65960"/>
            <a:ext cx="36576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急変動＝15分で大きく動いた時だけ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→ 鳴ったら「何かあったかな」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 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大引けまとめで1日の答え合わせ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 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日銀・FRB・金融庁の発表は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投資に関係が深いものだけ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【速報】で届くおもな9種類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13/33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60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Noto Sans JP"/>
                        </a:rPr>
                        <a:t>種類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Noto Sans JP"/>
                        </a:rPr>
                        <a:t>いつ届く？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Noto Sans JP"/>
                        </a:rPr>
                        <a:t>一言でいうと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🌅 米国市場サマリー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平日の朝に1回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前の晩のNY市場・金利・原油・金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📅 今日の予定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該当日の朝に1回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権利日・SQ・雇用統計・日銀会合など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📈 日経平均 急変動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15分で約0.8%以上／1日2%以上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「何かあった」サイン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💱 為替 急変動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15分で約0.5%以上／1日1.5%以上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円高・円安の急変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📜 日銀・FRBの発表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発表されたら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金利の方針に関わるものだけ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😨 VIX（恐怖指数）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25・30超え／20割れ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市場の不安度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🛢 金利・原油・金の急変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1日で大きく動いた時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物価・金利への影響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🔔 大引けまとめ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平日15:40以降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今日の日経・TOPIX・グロース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🏛 金融庁のお知らせ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発表されたら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NISA・投資詐欺の注意喚起など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しきい値を超えない日は静か。「鳴らない＝平穏」と受け取ってOK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実際の投稿③　【今朝のシグナル】候補一覧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14/33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223760" cy="4800600"/>
          </a:xfrm>
          <a:prstGeom prst="rect">
            <a:avLst/>
          </a:prstGeom>
          <a:solidFill>
            <a:srgbClr val="31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" cy="4800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76656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📋 本日の候補一覧（機械的なスクリーニングの上位7銘柄）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🎯 注目（複合スコア75点以上）　👀 参考（注目度やや低め）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💡 割安度＝同じ業種の他社と比べた株価の安さ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　 損切り目安＝ここまで下がったら撤退を考える目安（毎日見直し）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 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🎯 1. コスモ・バイオ（3386）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現在値　1,260円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割安度　△ふつう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損切り目安　1,222円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値動き　🟢 おだやか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財務　🟢 安定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Noto Sans JP"/>
              </a:rPr>
              <a:t>ここを見る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65960"/>
            <a:ext cx="36576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🎯 注目 … スコア75点以上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👀 参考 … 注目度やや低め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 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割安度 … 同業他社との比較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損切り目安 … 毎日見直される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値動き … 🟢おだやか 🟡やや大きめ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財務 … 🟢安定 🟡ふつう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候補カード5項目の見方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15/33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607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項目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意味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こう見る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現在値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前の営業日の終値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朝の株価とは少しずれる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割安度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同じ業種の他社と比べた株価の安さ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◎割安 ○やや割安 △ふつう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損切り目安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ここまで下がったら撤退を考える価格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毎日見直され、上がるだけ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値動き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ふだんの1日の値動きの大きさ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🟢おだやか 🟡やや大きめ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財務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会社の体力（借金の少なさなど）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🟢安定 🟡ふつう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初めて観察するなら「値動き🟢・財務🟢」の銘柄から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AIチーム4人の役割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16/33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2615184" cy="4434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15184" cy="9144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41832" y="16459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262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C2626"/>
                </a:solidFill>
                <a:latin typeface="Noto Sans JP"/>
              </a:rPr>
              <a:t>颯の画像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ここに貼り付け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234086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Noto Sans JP"/>
              </a:rPr>
              <a:t>⚡ 颯（はやて）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69080"/>
            <a:ext cx="2340864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DC2626"/>
                </a:solidFill>
                <a:latin typeface="Noto Sans JP"/>
              </a:rPr>
              <a:t>短期トレード担当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526280"/>
            <a:ext cx="2340864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Noto Sans JP"/>
              </a:rPr>
              <a:t>値動きの大きさ・急な変動への備え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371600"/>
            <a:ext cx="2615184" cy="4434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4992" y="1371600"/>
            <a:ext cx="2615184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758184" y="16459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563EB"/>
                </a:solidFill>
                <a:latin typeface="Noto Sans JP"/>
              </a:rPr>
              <a:t>環の画像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ここに貼り付け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611880"/>
            <a:ext cx="234086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Noto Sans JP"/>
              </a:rPr>
              <a:t>📈 環（たまき）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4069080"/>
            <a:ext cx="2340864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2563EB"/>
                </a:solidFill>
                <a:latin typeface="Noto Sans JP"/>
              </a:rPr>
              <a:t>割安度の分析担当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4526280"/>
            <a:ext cx="2340864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Noto Sans JP"/>
              </a:rPr>
              <a:t>割安さと、利益が伸びているか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371600"/>
            <a:ext cx="2615184" cy="4434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81344" y="1371600"/>
            <a:ext cx="2615184" cy="914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74536" y="16459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14213D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4213D"/>
                </a:solidFill>
                <a:latin typeface="Noto Sans JP"/>
              </a:rPr>
              <a:t>凪の画像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ここに貼り付け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8504" y="3611880"/>
            <a:ext cx="234086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Noto Sans JP"/>
              </a:rPr>
              <a:t>🔎 凪（なぎ）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8504" y="4069080"/>
            <a:ext cx="2340864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14213D"/>
                </a:solidFill>
                <a:latin typeface="Noto Sans JP"/>
              </a:rPr>
              <a:t>企業リサーチ担当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8504" y="4526280"/>
            <a:ext cx="2340864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Noto Sans JP"/>
              </a:rPr>
              <a:t>どんな会社か・売上や利益の推移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97696" y="1371600"/>
            <a:ext cx="2615184" cy="443484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97696" y="1371600"/>
            <a:ext cx="2615184" cy="914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390888" y="1645920"/>
            <a:ext cx="18288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770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D97706"/>
                </a:solidFill>
                <a:latin typeface="Noto Sans JP"/>
              </a:rPr>
              <a:t>朔の画像</a:t>
            </a:r>
          </a:p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ここに貼り付け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3611880"/>
            <a:ext cx="2340864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800" b="1">
                <a:solidFill>
                  <a:srgbClr val="14213D"/>
                </a:solidFill>
                <a:latin typeface="Noto Sans JP"/>
              </a:rPr>
              <a:t>🛡 朔（さく）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4069080"/>
            <a:ext cx="2340864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1">
                <a:solidFill>
                  <a:srgbClr val="D97706"/>
                </a:solidFill>
                <a:latin typeface="Noto Sans JP"/>
              </a:rPr>
              <a:t>まとめ・チェック担当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4526280"/>
            <a:ext cx="2340864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Noto Sans JP"/>
              </a:rPr>
              <a:t>全体のまとめと注意点（最後に投稿）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候補一覧のあとに、4人が順番にコメントします。忙しい日は「朔」だけ読めばOK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実際の投稿④　AIチームのコメント（9/29）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17/33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223760" cy="4800600"/>
          </a:xfrm>
          <a:prstGeom prst="rect">
            <a:avLst/>
          </a:prstGeom>
          <a:solidFill>
            <a:srgbClr val="31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" cy="48006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76656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⚡ 颯（短期トレード担当）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ハリマ化成グループは利益の伸びが急で値動きが大きめなため、急な変動に備えよう。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📈 環（割安度の分析担当）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ラサ商事は割安な水準にあり、さらに利益が前年から大きく伸びている点が魅力です。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東武住販は割安に見えるものの、売上と利益がともに前年を下回っており慎重さが必要です。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🔎 凪（企業リサーチ担当）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コスモ・バイオはバイオ研究用の試薬や機器の商社で、売上高が伸びています。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🛡 朔（まとめ・チェック担当）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割安さだけに惑わされず、値動きの大きさや個別の状況を必ず確認してください。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4213D"/>
                </a:solidFill>
                <a:latin typeface="Noto Sans JP"/>
              </a:rPr>
              <a:t>ここを見る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65960"/>
            <a:ext cx="36576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同じ候補でも見方が違う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→ 良い点と気になる点の両方を読む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 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「割安なのに業績が落ちている」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＝ 安い理由があるかもしれない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 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機械的な紹介であり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投資助言ではありません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AIチームのコメントを読むコツ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18/33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① まず 🛡朔 のまとめで全体をつかむ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その日の候補の「良い点・注意点」がひとことで分かる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② 気になる銘柄の名前で、ほかの3人のコメントを探す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颯＝値動き、環＝割安さ、凪＝どんな会社か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③ 意見が分かれている銘柄こそ、よく考える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「割安だけど業績が落ちている」＝安い理由があるかも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④ 数字は自分でも確かめる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証券会社のアプリや会社のIR資料で、売上・利益を見てみる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実際の投稿⑤　【月次（週間）tips】（土曜の朝）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19/33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17320"/>
            <a:ext cx="7223760" cy="4800600"/>
          </a:xfrm>
          <a:prstGeom prst="rect">
            <a:avLst/>
          </a:prstGeom>
          <a:solidFill>
            <a:srgbClr val="3133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82296" cy="4800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6766560" cy="44805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6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📰 今週の市場サマリー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日経平均は+3.18%と大幅に上昇、TOPIXは+2.14%と上昇という1週間でした。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分析できた3683銘柄中30.8%が割高警戒（ショート）シグナルとなっており、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相場全体にやや過熱感がうかがえる1週間でした。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🌏 今週の経済ニュース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・全東信破産 カード会社が支払いへ　・JR九州27年度にも新金融サービス</a:t>
            </a:r>
          </a:p>
          <a:p>
            <a:pPr algn="l">
              <a:spcBef>
                <a:spcPts val="1200"/>
              </a:spcBef>
            </a:pPr>
            <a:r>
              <a:rPr sz="1700" b="1">
                <a:solidFill>
                  <a:srgbClr val="FFFFFF"/>
                </a:solidFill>
                <a:latin typeface="Noto Sans JP"/>
              </a:rPr>
              <a:t>⚡ 今週あった速報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DBDEE1"/>
                </a:solidFill>
                <a:latin typeface="Noto Sans JP"/>
              </a:rPr>
              <a:t>今週の速報は合計16件（米国市場サマリー5件、日銀/FRB発表9件、…）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2440" y="1463040"/>
            <a:ext cx="3657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800" b="1">
                <a:solidFill>
                  <a:srgbClr val="16A34A"/>
                </a:solidFill>
                <a:latin typeface="Noto Sans JP"/>
              </a:rPr>
              <a:t>ここを見る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2440" y="1965960"/>
            <a:ext cx="3657600" cy="4206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平日に見られなくても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土曜にこれだけ読めばOK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 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「割高警戒」の割合が多い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1F2937"/>
                </a:solidFill>
                <a:latin typeface="Noto Sans JP"/>
              </a:rPr>
              <a:t>＝ 相場の過熱感の目安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429000"/>
            <a:ext cx="14630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JP"/>
              </a:rPr>
              <a:t>第4部　選ばれ方と答え合わせ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JP"/>
              </a:rPr>
              <a:t>中身を知ると、数字の見え方が変わる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候補はどうやって選ばれている？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21/33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557784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ステップ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内容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補足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① 全銘柄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東証の約3,700銘柄を毎晩分析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プライム・スタンダード・グロース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② 割安の条件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配当利回り3.5〜5.8% ＆ PER×PBR 22.5以下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高すぎる配当は減配リスクとみて除外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③ 点数化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テクニカル・ローソク足・配当・PER×PBR・利益の伸び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100点満点の複合スコア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④ 勢いの確認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同じ業種の中で株価が伸びているか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安いまま放置される銘柄を避ける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⑤ 候補一覧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スコア上位7銘柄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🎯 75点以上／👀 参考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考え方：「割安な会社が、ちょうど上がり始めたタイミング」を探す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用語ミニ辞典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22/33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6072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Noto Sans JP"/>
                        </a:rPr>
                        <a:t>用語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Noto Sans JP"/>
                        </a:rPr>
                        <a:t>意味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Noto Sans JP"/>
                        </a:rPr>
                        <a:t>Botでの使い方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配当利回り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株価に対する1年の配当の割合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3.5〜5.8%を健全な割安と見る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PER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株価が1株利益の何倍か（利益から見た割安さ）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PER×PBRで判定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PBR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株価が1株純資産の何倍か（資産から見た割安さ）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PER×PBR 22.5以下が割安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EPS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1株あたりの利益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3期続けて維持〜増加なら加点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移動平均線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一定期間の株価の平均をつないだ線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5日・25日・75日の並びで勢いを見る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RSI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買われすぎ・売られすぎの目安（0〜100）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70以上は過熱気味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ATR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ふだんの1日の値動きの幅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損切り目安＝終値−ATR×3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VIX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米国株の「恐怖指数」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25・30超えで速報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F2937"/>
                          </a:solidFill>
                          <a:latin typeface="Noto Sans JP"/>
                        </a:rPr>
                        <a:t>権利落ち日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配当の権利が確定した翌営業日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F2937"/>
                          </a:solidFill>
                          <a:latin typeface="Noto Sans JP"/>
                        </a:rPr>
                        <a:t>配当分ほど株価が下がりやすい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「損切り目安」の考え方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23/33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損切り目安 ＝ その日の終値 − ふだんの値動きの幅×3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値動きの荒い銘柄は広めに、おだやかな銘柄は狭めに自動調整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目安は 毎日「上げるだけ」。下げない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株価が上がれば目安も上がり、利益を守る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終値が目安を割ったら「撤退を考える」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利益確定の目標はなし。上がる限り持ち続ける設計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大事なのは 買う前に「どこで撤退するか」を決めておくこと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損切り目安の動き（架空の例）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24/33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607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日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終値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損切り目安（終値−136円）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1日目（購入）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2,494円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2,358円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2日目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2,540円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2,404円 ⬆ 上げる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3日目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2,600円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2,464円 ⬆ 上げる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4日目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2,560円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2,464円 ➡ 据え置き（下げない）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5日目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2,650円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2,514円 ⬆ 上げる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6日目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2,500円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2,514円を割った → 翌朝に撤退を考える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※ 説明用の架空の数字（ATR＝約45円・毎日一定と仮定）。高値から少し下がったところで利益を確保できる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成績の見方　4つの言葉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25/33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576072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言葉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意味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ここを見る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勝率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利益で終わった取引の割合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高ければ良いとは限らない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ペイオフレシオ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平均の利益 ÷ 平均の損失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2.0なら 勝ち1回＝負け2回分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期待値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1回の売買で平均何%増えたか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プラスなら回数を重ねるほど増える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市場平均との差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相場全体と比べてどれだけ上回ったか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一番大事。ここがプラスで安定が目標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500" b="0">
                <a:solidFill>
                  <a:srgbClr val="6B7280"/>
                </a:solidFill>
                <a:latin typeface="Noto Sans JP"/>
              </a:rPr>
              <a:t>例：勝率40%・ペイオフ2.0 → 10回で 4勝(+8) 6敗(−6) ＝ 差し引きプラス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Botの答え合わせ（9/29時点）　正直にお見せします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26/33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5394960" cy="4800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Noto Sans JP"/>
              </a:rPr>
              <a:t>💰 500万円の仮想運用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40280"/>
            <a:ext cx="484632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9/24開始・🎯銘柄をルール通りに仮想売買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（1銘柄10%・最大8銘柄・損切り目安で撤退）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資産評価額 5,011,472円（+0.23%）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保有8銘柄　例：博展 +3.01%／大末建設 -1.77%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決済済み 0件 → 成績はこれから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17320"/>
            <a:ext cx="5394960" cy="48006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600200"/>
            <a:ext cx="484632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1">
                <a:solidFill>
                  <a:srgbClr val="14213D"/>
                </a:solidFill>
                <a:latin typeface="Noto Sans JP"/>
              </a:rPr>
              <a:t>📊 読み方と現状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40280"/>
            <a:ext cx="484632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勝率より「市場平均との差」が大事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意味のある数字には最低数十件の決済が必要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→ 今はまだ途中経過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手数料・税金は含まない</a:t>
            </a:r>
          </a:p>
          <a:p>
            <a:pPr algn="l">
              <a:spcBef>
                <a:spcPts val="1200"/>
              </a:spcBef>
            </a:pPr>
            <a:r>
              <a:rPr sz="1800" b="0">
                <a:solidFill>
                  <a:srgbClr val="1F2937"/>
                </a:solidFill>
                <a:latin typeface="Noto Sans JP"/>
              </a:rPr>
              <a:t>良い時も悪い時もそのまま公開します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429000"/>
            <a:ext cx="14630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188720"/>
          </a:xfrm>
          <a:prstGeom prst="rect">
            <a:avLst/>
          </a:prstGeom>
          <a:noFill/>
        </p:spPr>
        <p:txBody>
          <a:bodyPr wrap="square" anchor="b" lIns="45720" rIns="4572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JP"/>
              </a:rPr>
              <a:t>第5部　付き合い方と注意点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JP"/>
              </a:rPr>
              <a:t>過信せず、アンテナとして使い倒す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シグナルとの「ちょうどいい距離感」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28/33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STEP1　読むだけ：【速報】で相場の空気に慣れる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金利・為替・原油が株にどう効くかを体で覚える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STEP2　観察する：気になる候補を1〜2銘柄メモして追いかける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損切り目安が上がっていくか、AIチームの見立ては当たったか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STEP3　試すなら：資産の土台（インデックス等）とは別の「小さな枠」で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FIREの土台は長期・分散。個別株は資産全体のごく一部に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購入は自己責任。迷ったら「ご気軽に」で相談を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必ず守ってほしい注意点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29/33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投資助言ではありません。機械的なスクリーニング結果の紹介です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kurosuke自身がこの通りに売買するとは限りません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AIのコメントも間違えることがあります。過信しない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「絶対に儲かる」は存在しない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キャンプやkurosukeの名前をかたるDM・勧誘には反応しない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生活費・借りたお金で投資しない。余裕資金で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月末報告・相談の使い方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30/33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1106424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91840"/>
                <a:gridCol w="557784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サービス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使い方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Noto Sans JP"/>
                        </a:rPr>
                        <a:t>ポイント</a:t>
                      </a:r>
                    </a:p>
                  </a:txBody>
                  <a:tcPr anchor="ctr">
                    <a:solidFill>
                      <a:srgbClr val="14213D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月末報告フォーム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【毎月の月末報告】のリンクから提出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所要3〜5分。月末5日間はリマインドが届く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月報フィードバック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提出内容をもとにkurosukeがコメント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具体的に書くほど役立つ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テキスト相談（月2回）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# ご気軽に（テキスト質問）に投稿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AIではなくkurosukeが回答。メンションで早く気づけます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1on1（通話）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別途ご相談ください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事前にバックグラウンド把握フォームへ記入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1F2937"/>
                          </a:solidFill>
                          <a:latin typeface="Noto Sans JP"/>
                        </a:rPr>
                        <a:t>セミナー・情報交換会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不定期に開催（今日のような会）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1F2937"/>
                          </a:solidFill>
                          <a:latin typeface="Noto Sans JP"/>
                        </a:rPr>
                        <a:t>テーマのリクエスト歓迎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明日からやること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31/33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【速報】と【今朝のシグナル】の通知をONにする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毎朝：【速報】の朝のまとめ → シグナルの「朔」のコメント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気になる候補を1〜2銘柄、メモして追いかけてみる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土曜：【月次（週間）tips】で1週間を振り返る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月末：【毎月の月末報告】のフォームを提出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ご質問・ご要望は「ご気軽に」へ。Botの改善に反映します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/>
            <a:r>
              <a:rPr sz="2800" b="1">
                <a:solidFill>
                  <a:srgbClr val="14213D"/>
                </a:solidFill>
                <a:latin typeface="Noto Sans JP"/>
              </a:rPr>
              <a:t>Q&amp;A　よくいただく質問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1097280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Noto Sans JP"/>
              </a:rPr>
              <a:t>kurosuke式資産運用キャンプ　Bot活用説明会　　32/33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Q. 🎯の銘柄は買ったほうがいい？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買うかどうかはご自身の判断。まずは買わずに1〜2銘柄を追いかけるのがおすすめ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Q. 🎯なのにAIチームが「慎重に」と言うのはなぜ？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🎯は点数による機械的な判定、AIは業績や値動きなど別の角度から見ているため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Q. NISAで個別株を試してもいい？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成長投資枠は売っても同じ年の枠が戻らない。土台はNISA、個別株は別枠がおすすめ</a:t>
            </a:r>
          </a:p>
          <a:p>
            <a:pPr algn="l">
              <a:spcBef>
                <a:spcPts val="2000"/>
              </a:spcBef>
            </a:pPr>
            <a:r>
              <a:rPr sz="2200" b="1">
                <a:solidFill>
                  <a:srgbClr val="1F2937"/>
                </a:solidFill>
                <a:latin typeface="Noto Sans JP"/>
              </a:rPr>
              <a:t>●  Q. 通知が届かない日がある</a:t>
            </a:r>
          </a:p>
          <a:p>
            <a:pPr algn="l">
              <a:spcBef>
                <a:spcPts val="200"/>
              </a:spcBef>
            </a:pPr>
            <a:r>
              <a:rPr sz="1900" b="0">
                <a:solidFill>
                  <a:srgbClr val="6B7280"/>
                </a:solidFill>
                <a:latin typeface="Noto Sans JP"/>
              </a:rPr>
              <a:t>　　休場日はシグナルなし。平日で届かなければ「ご気軽に」へ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3246120"/>
            <a:ext cx="1463040" cy="7315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000" b="0">
                <a:solidFill>
                  <a:srgbClr val="9CA3AF"/>
                </a:solidFill>
                <a:latin typeface="Noto Sans JP"/>
              </a:rPr>
              <a:t>kurosuke式資産運用キャンプ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Noto Sans JP"/>
              </a:rPr>
              <a:t>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JP"/>
              </a:rPr>
              <a:t>アンテナを張って、一緒に資産1,000万・3,000万を目指しましょう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/>
            <a:r>
              <a:rPr sz="1600" b="0">
                <a:solidFill>
                  <a:srgbClr val="9CA3AF"/>
                </a:solidFill>
                <a:latin typeface="Noto Sans JP"/>
              </a:rPr>
              <a:t>講師：kurosuke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